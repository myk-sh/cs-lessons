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Player class in both languages. Both run, but VB.NET makes the OOP ideas the exam tests visible in the code.
1. Private: VB.NET will not compile P1.Score = 99 from outside the class. In Python, __Score is only renamed (name mangling) to _Player__Score, so P1._Player__Score = 5 still changes it.
2. Data types: Paper 4 mark schemes give a mark for attributes declared private with suitable data types; this matches Cambridge pseudocode PRIVATE Score : INTEGER.
3. Getter vs setter: in VB.NET a getter is a Function with a return type, a setter is a Sub with a parameter. Examiner reports flag getters with parameters and getters that output instead of return.
4. Mistakes: in Python, P1.__Score = 99 outside the class raises no error - it creates a brand-new attribute, and GetScore() still returns 0 (checked by running it). A typo such as self.__Scroe = 5 does the same.
Fair to Python: less boilerplate and quicker to try things out. Cambridge accepts either for Paper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474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Classes: VB.NET vs Python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7512" y="932688"/>
            <a:ext cx="1719072" cy="54864"/>
          </a:xfrm>
          <a:prstGeom prst="rect">
            <a:avLst/>
          </a:prstGeom>
          <a:solidFill>
            <a:srgbClr val="FFD84D"/>
          </a:solidFill>
          <a:ln w="12700">
            <a:solidFill>
              <a:srgbClr val="FFD8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23960" y="292608"/>
            <a:ext cx="2706624" cy="320040"/>
          </a:xfrm>
          <a:prstGeom prst="roundRect">
            <a:avLst>
              <a:gd name="adj" fmla="val 142857"/>
            </a:avLst>
          </a:prstGeom>
          <a:solidFill>
            <a:srgbClr val="FFFFFF"/>
          </a:solidFill>
          <a:ln w="15875">
            <a:solidFill>
              <a:srgbClr val="494985"/>
            </a:solidFill>
          </a:ln>
          <a:effectLst>
            <a:outerShdw sx="100000" sy="100000" kx="0" ky="0" algn="bl" rotWithShape="0" blurRad="38100" dist="1905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Comparison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0917936" y="6263640"/>
            <a:ext cx="612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67512" y="11612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VB.NET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27064" y="11612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4985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67512" y="1481328"/>
            <a:ext cx="5303520" cy="269748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04672" y="1572768"/>
            <a:ext cx="5029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Class Player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Private Name As String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Private Score As Integer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Public Sub New(PName As String)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Name = PName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Score = 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Sub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Public Function GetScore() As Integer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Return Score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End Function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End Class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Dim P1 As New Player("Ava")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P1.Score = 99   ' error: Score is Private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27064" y="1481328"/>
            <a:ext cx="5303520" cy="2697480"/>
          </a:xfrm>
          <a:prstGeom prst="rect">
            <a:avLst/>
          </a:prstGeom>
          <a:solidFill>
            <a:srgbClr val="F7F7F9"/>
          </a:solidFill>
          <a:ln w="9525">
            <a:solidFill>
              <a:srgbClr val="E4E4EC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364224" y="1572768"/>
            <a:ext cx="50292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class Player: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def __init__(self, PName):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self.__Name = PName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self.__Score = 0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494985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def GetScore(self):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       return self.__Score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1D1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P1 = Player("Ava")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P1.__Score = 99   # no error: makes a NEW attribute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512" y="4370832"/>
            <a:ext cx="2606040" cy="17373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4507992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Private means private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87375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VB.NET refuses outside access. In Python __ only renames the attribute, so P1._Player__Score still works.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419856" y="4370832"/>
            <a:ext cx="2606040" cy="17373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57016" y="4507992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078224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Types are declared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4078224" y="487375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Private Score As Integer earns the mark point "private, with data types" and matches PRIVATE Score : INTEGER.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172200" y="4370832"/>
            <a:ext cx="2606040" cy="17373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09360" y="4507992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830568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Getter vs setter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830568" y="487375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 getter is a Function that must Return a value; a setter is a Sub. In Python both are just def.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924544" y="4370832"/>
            <a:ext cx="2606040" cy="1737360"/>
          </a:xfrm>
          <a:prstGeom prst="rect">
            <a:avLst/>
          </a:prstGeom>
          <a:solidFill>
            <a:srgbClr val="F6F5FC"/>
          </a:solidFill>
          <a:ln w="12700">
            <a:solidFill>
              <a:srgbClr val="F6F5F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61704" y="4507992"/>
            <a:ext cx="384048" cy="384048"/>
          </a:xfrm>
          <a:prstGeom prst="ellipse">
            <a:avLst/>
          </a:prstGeom>
          <a:solidFill>
            <a:srgbClr val="494985"/>
          </a:solidFill>
          <a:ln>
            <a:solidFill>
              <a:srgbClr val="494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582912" y="4480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Mistakes are caught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9582912" y="4873752"/>
            <a:ext cx="1828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 Python, a typo or P1.__Score = 99 quietly makes a new attribute. VB.NET will not compile it.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Classes in VB.NET and Python</dc:title>
  <dc:subject>PptxGenJS Presentation</dc:subject>
  <dc:creator>PptxGenJS</dc:creator>
  <cp:lastModifiedBy>PptxGenJS</cp:lastModifiedBy>
  <cp:revision>1</cp:revision>
  <dcterms:created xsi:type="dcterms:W3CDTF">2026-10-23T05:28:49Z</dcterms:created>
  <dcterms:modified xsi:type="dcterms:W3CDTF">2026-10-23T05:28:49Z</dcterms:modified>
</cp:coreProperties>
</file>